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Page Load (LCP)</c:v>
                  </c:pt>
                  <c:pt idx="1">
                    <c:v>API Response (p95)</c:v>
                  </c:pt>
                  <c:pt idx="2">
                    <c:v>Search Response</c:v>
                  </c:pt>
                  <c:pt idx="3">
                    <c:v>Checkout Flow</c:v>
                  </c:pt>
                  <c:pt idx="4">
                    <c:v>Uptime SLA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</c:v>
                </c:pt>
                <c:pt idx="1">
                  <c:v>0.15</c:v>
                </c:pt>
                <c:pt idx="2">
                  <c:v>0.08</c:v>
                </c:pt>
                <c:pt idx="3">
                  <c:v>2</c:v>
                </c:pt>
                <c:pt idx="4">
                  <c:v>0.999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Scalable E-Commerce Shoes Store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840480" y="2331720"/>
            <a:ext cx="1463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Plan &amp; Tech Stack — 10 Years of Production Experience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toidibangiay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Tại Sao Cần Kiến Trúc Scalable?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80060" y="9601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71500" y="106984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11.11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17220" y="1874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mua sắm lớn nhất: traffic tăng 100x trong vài giờ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8980" y="9601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60420" y="106984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200ms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406140" y="1874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chịu đựng của user — trên 3s họ rời đi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57900" y="9601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49340" y="106984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195060" y="1874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uptime target — 8.7 giờ downtime/năm tối đa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Thách thức thực tế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063240"/>
            <a:ext cx="39319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sales overload server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bottleneck khi 10k orders/phút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CDN cost tăng phi tuyến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race conditions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Hậu quả nếu không scale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063240"/>
            <a:ext cx="39319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 $4,700/phút downtime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chuyển sang đối thủ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ranking giảm do slow page speed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tích lũy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Kiến Trúc Tổng Quan — Microservices Event-Driven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508760" y="777240"/>
            <a:ext cx="22860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63624" y="777240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Web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86200" y="777240"/>
            <a:ext cx="22860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41064" y="777240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PWA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777240"/>
            <a:ext cx="22860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18504" y="777240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161288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6576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508760" y="1389888"/>
            <a:ext cx="70408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563624" y="1389888"/>
            <a:ext cx="6931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API Gateway  ·  Rate Limiting  ·  Auth  ·  Load Balancing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773936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65760" y="2029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508760" y="2002536"/>
            <a:ext cx="21488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63624" y="2002536"/>
            <a:ext cx="20391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94760" y="2002536"/>
            <a:ext cx="21488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9624" y="2002536"/>
            <a:ext cx="20391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Service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2002536"/>
            <a:ext cx="21488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35624" y="2002536"/>
            <a:ext cx="20391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Service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508760" y="2395728"/>
            <a:ext cx="21488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563624" y="2395728"/>
            <a:ext cx="20391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Service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94760" y="2395728"/>
            <a:ext cx="21488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49624" y="2395728"/>
            <a:ext cx="20391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Service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2395728"/>
            <a:ext cx="21488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35624" y="2395728"/>
            <a:ext cx="20391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734056"/>
            <a:ext cx="0" cy="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365760" y="2962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 / CACHE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508760" y="2935224"/>
            <a:ext cx="33375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563624" y="2935224"/>
            <a:ext cx="3227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Bus: RabbitMQ / Kafka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57800" y="2935224"/>
            <a:ext cx="32918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312664" y="2935224"/>
            <a:ext cx="3182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Layer: Redis Cluster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3319272"/>
            <a:ext cx="0" cy="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365760" y="3547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508760" y="3520440"/>
            <a:ext cx="219456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563624" y="352044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(Primary)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0" y="3520440"/>
            <a:ext cx="219456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895344" y="352044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(Search)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72200" y="3520440"/>
            <a:ext cx="2377440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227064" y="3520440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S3/CDN (Media)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— Lựa Chọn Có Chủ Đích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68680"/>
            <a:ext cx="64008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" y="1005840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9496" y="1417320"/>
            <a:ext cx="2404872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(App Router, RSC)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 mode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 v4 + shadcn/ui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+ React Query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ready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86868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868680"/>
            <a:ext cx="64008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9856" y="1005840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19856" y="1417320"/>
            <a:ext cx="2404872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microservices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pattern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(async events)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(cache + sessions)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86868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868680"/>
            <a:ext cx="64008" cy="3931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0216" y="1005840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0216" y="1417320"/>
            <a:ext cx="2404872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(primary DB)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(search)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Cloudinary/S3 (media)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+ Prometheus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Strategy — Right Tool for Right Job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persistence — mỗi service có database riêng (Database per Service pattern)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8872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27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Users, Products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transactions, relations, Prisma migrations. Dùng connection pooling (PgBouncer) cho high concurrency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18872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1430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27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Sessions + Queues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cache TTL 5 phút. Session store. Rate limiting counters. Bull queues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15468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1089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Discovery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79476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tiếng Việt. Faceted filters (size, color, brand). Auto-complete, typo tolerance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15468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31089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CDN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Static Assets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79476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images, optimized via Sharp. CloudFront/Cloudinary CDN. Next.js Image optimization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Patterns Để Scale — Battle-tested từ Production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88696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86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87782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52728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Command/Query separation. Write DB ≠ Read DB. Read replicas cho catalog queries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749808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88696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886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94760" y="87782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252728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pattern cho order events. Guaranteed delivery qua RabbitMQ. Dead letter queues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749808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5080" y="88696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886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87782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1252728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Hystrix pattern via NestJS. Fallback khi service down. Health checks mỗi 30s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5603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6974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97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68833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Cache-Aside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0632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 cached 5 phút. Invalidation theo event. Redis Cluster 3 nodes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25603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29000" y="26974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2697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94760" y="268833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30632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Per-user: 100 req/min. Per-IP: 1000 req/min. Sliding window algorithm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25603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55080" y="26974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2697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20840" y="268833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55080" y="30632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services. K8s HPA auto-scale. 2–10 replicas theo CPU/RPS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— Defense in Depth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5303520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/ WAF  —  DDoS protection, Geo-blocking, Bot detection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25780" y="1463040"/>
            <a:ext cx="4983480" cy="5029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7220" y="14630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—  JWT validation, Rate limiting, HTTPS only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4663440" cy="5029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574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 —  mTLS between services, Network policies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5820" y="2651760"/>
            <a:ext cx="4343400" cy="502920"/>
          </a:xfrm>
          <a:prstGeom prst="rect">
            <a:avLst/>
          </a:prstGeom>
          <a:solidFill>
            <a:srgbClr val="1E7A74"/>
          </a:solidFill>
          <a:ln w="12700">
            <a:solidFill>
              <a:srgbClr val="1E7A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7260" y="26517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 —  Input validation (Zod), SQL injection prevention (Prisma), XSS/CSRF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05840" y="3246120"/>
            <a:ext cx="40233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—  Encryption at rest, Argon2 password hashing, PII masking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0" y="10972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checklist per sprint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 quarterly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114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Layers (outermost → innermost)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Lộ Trình Triển Khai — 4 Giai Đoạn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920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22960"/>
            <a:ext cx="19202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93268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32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91440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325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1-4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627632"/>
            <a:ext cx="1783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user management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cart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setup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infra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26060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68880" y="822960"/>
            <a:ext cx="1920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822960"/>
            <a:ext cx="1920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2032" y="93268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932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80360" y="91440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42032" y="1325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5-8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42032" y="1627632"/>
            <a:ext cx="1783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flow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(VNPay/Momo)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service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26060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0" y="822960"/>
            <a:ext cx="1920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822960"/>
            <a:ext cx="192024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5152" y="93268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932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91440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45152" y="1325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9-12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45152" y="1627632"/>
            <a:ext cx="1783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search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support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26060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75120" y="822960"/>
            <a:ext cx="1920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675120" y="822960"/>
            <a:ext cx="1920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48272" y="93268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48272" y="932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86600" y="91440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48272" y="1325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13-16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48272" y="1627632"/>
            <a:ext cx="1783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setup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(Grafana)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optimization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Targets — SLOs/SLAs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77240"/>
          <a:ext cx="4572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804672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40680" y="89611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40680" y="1207008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scripts: 10k concurrent users. Flash sale simulation. Database stress test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303520" y="2157984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40680" y="224942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40680" y="2560320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dashboards. Prometheus metrics. PagerDuty alerts. Sentry error tracking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03520" y="3511296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40680" y="36027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Strategy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40680" y="3913632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Cloudinary auto-format WebP. Static: Vercel Edge. API: Cloudflare cache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Sẵn Sàng Để Build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này đã được validate trên production — từ 0 đến 1M orders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4160520"/>
            <a:ext cx="23774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160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tuần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4160520"/>
            <a:ext cx="23774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4160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microservices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89320" y="4160520"/>
            <a:ext cx="23774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4160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không giới hạn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2026-06-04T06:46:50Z</dcterms:created>
  <dcterms:modified xsi:type="dcterms:W3CDTF">2026-06-04T06:46:50Z</dcterms:modified>
</cp:coreProperties>
</file>